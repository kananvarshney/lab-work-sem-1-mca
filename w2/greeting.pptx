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22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65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69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17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18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84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7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6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06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01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093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CA0B-531A-4F2A-8BEF-E9E5DCFD9B9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B7DAA-05C2-49A0-9076-F6286725A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638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47000" r="-4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425B-3ADE-3951-48BF-ED869051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889" y="2556253"/>
            <a:ext cx="6621911" cy="2135427"/>
          </a:xfrm>
          <a:noFill/>
        </p:spPr>
        <p:txBody>
          <a:bodyPr>
            <a:normAutofit fontScale="90000"/>
          </a:bodyPr>
          <a:lstStyle/>
          <a:p>
            <a:r>
              <a:rPr lang="en-IN" sz="8000" dirty="0"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Monotype Corsiva" panose="03010101010201010101" pitchFamily="66" charset="0"/>
              </a:rPr>
              <a:t>HAPPY</a:t>
            </a:r>
            <a:br>
              <a:rPr lang="en-IN" sz="8000" dirty="0"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Monotype Corsiva" panose="03010101010201010101" pitchFamily="66" charset="0"/>
              </a:rPr>
            </a:br>
            <a:r>
              <a:rPr lang="en-IN" sz="8000" dirty="0"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Monotype Corsiva" panose="03010101010201010101" pitchFamily="66" charset="0"/>
              </a:rPr>
              <a:t> DIWALI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32131-B5E7-E011-092A-4F1E16C7D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194" y="5054994"/>
            <a:ext cx="5829300" cy="2428451"/>
          </a:xfrm>
          <a:noFill/>
          <a:effectLst>
            <a:glow rad="127000">
              <a:schemeClr val="accent5">
                <a:lumMod val="5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39700">
                    <a:schemeClr val="accent6">
                      <a:lumMod val="40000"/>
                      <a:lumOff val="60000"/>
                      <a:alpha val="40000"/>
                    </a:schemeClr>
                  </a:glow>
                </a:effectLst>
                <a:latin typeface="Monotype Corsiva" panose="03010101010201010101" pitchFamily="66" charset="0"/>
              </a:rPr>
              <a:t>Wish you a very happy and joyous </a:t>
            </a:r>
          </a:p>
          <a:p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39700">
                    <a:schemeClr val="accent6">
                      <a:lumMod val="40000"/>
                      <a:lumOff val="60000"/>
                      <a:alpha val="40000"/>
                    </a:schemeClr>
                  </a:glow>
                </a:effectLst>
                <a:latin typeface="Monotype Corsiva" panose="03010101010201010101" pitchFamily="66" charset="0"/>
              </a:rPr>
              <a:t>Festival of lights !</a:t>
            </a:r>
          </a:p>
        </p:txBody>
      </p:sp>
    </p:spTree>
    <p:extLst>
      <p:ext uri="{BB962C8B-B14F-4D97-AF65-F5344CB8AC3E}">
        <p14:creationId xmlns:p14="http://schemas.microsoft.com/office/powerpoint/2010/main" val="3734225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15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Monotype Corsiva</vt:lpstr>
      <vt:lpstr>Office Theme</vt:lpstr>
      <vt:lpstr>HAPPY  DIWALI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HAPPY  DIWALI</dc:title>
  <dc:creator>KANAN VARSHNEY</dc:creator>
  <cp:lastModifiedBy>CSD</cp:lastModifiedBy>
  <cp:revision>5</cp:revision>
  <dcterms:created xsi:type="dcterms:W3CDTF">2026-08-18T11:27:33Z</dcterms:created>
  <dcterms:modified xsi:type="dcterms:W3CDTF">2026-08-20T09:33:25Z</dcterms:modified>
</cp:coreProperties>
</file>