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6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63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2DCE-7187-4325-8C4C-C3A31118009F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A4D6B-53F2-4602-A477-AA88B261C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486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2DCE-7187-4325-8C4C-C3A31118009F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A4D6B-53F2-4602-A477-AA88B261C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217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2DCE-7187-4325-8C4C-C3A31118009F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A4D6B-53F2-4602-A477-AA88B261C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895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2DCE-7187-4325-8C4C-C3A31118009F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A4D6B-53F2-4602-A477-AA88B261C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63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2DCE-7187-4325-8C4C-C3A31118009F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A4D6B-53F2-4602-A477-AA88B261C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546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2DCE-7187-4325-8C4C-C3A31118009F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A4D6B-53F2-4602-A477-AA88B261C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237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2DCE-7187-4325-8C4C-C3A31118009F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A4D6B-53F2-4602-A477-AA88B261C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947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2DCE-7187-4325-8C4C-C3A31118009F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A4D6B-53F2-4602-A477-AA88B261C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960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2DCE-7187-4325-8C4C-C3A31118009F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A4D6B-53F2-4602-A477-AA88B261C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604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2DCE-7187-4325-8C4C-C3A31118009F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A4D6B-53F2-4602-A477-AA88B261C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283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2DCE-7187-4325-8C4C-C3A31118009F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A4D6B-53F2-4602-A477-AA88B261C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529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62DCE-7187-4325-8C4C-C3A31118009F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BA4D6B-53F2-4602-A477-AA88B261C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588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98C70D5-14A4-5D00-3EF4-DE002BA27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3530" y="146999"/>
            <a:ext cx="1545335" cy="1538241"/>
          </a:xfrm>
          <a:prstGeom prst="rect">
            <a:avLst/>
          </a:prstGeom>
          <a:effectLst>
            <a:glow rad="203200">
              <a:schemeClr val="bg1">
                <a:alpha val="40000"/>
              </a:schemeClr>
            </a:glow>
            <a:outerShdw blurRad="50800" dist="50800" dir="5400000" algn="ctr" rotWithShape="0">
              <a:schemeClr val="bg1">
                <a:lumMod val="95000"/>
              </a:schemeClr>
            </a:outerShdw>
            <a:reflection stA="45000" endPos="4000" dist="50800" dir="5400000" sy="-100000" algn="bl" rotWithShape="0"/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4907EE5-2A8C-6A2A-A229-9B1AB51F2FEF}"/>
              </a:ext>
            </a:extLst>
          </p:cNvPr>
          <p:cNvSpPr/>
          <p:nvPr/>
        </p:nvSpPr>
        <p:spPr>
          <a:xfrm>
            <a:off x="849147" y="1776680"/>
            <a:ext cx="6074099" cy="132343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3462">
                  <a:solidFill>
                    <a:schemeClr val="accent6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bl" rotWithShape="0">
                    <a:schemeClr val="accent6">
                      <a:lumMod val="50000"/>
                    </a:schemeClr>
                  </a:outerShdw>
                </a:effectLst>
                <a:latin typeface="Bahnschrift SemiBold SemiConden" panose="020B0502040204020203" pitchFamily="34" charset="0"/>
              </a:rPr>
              <a:t>ALIGARH MUSLIM UNIVERSITY</a:t>
            </a:r>
          </a:p>
          <a:p>
            <a:pPr algn="ctr"/>
            <a:r>
              <a:rPr lang="en-US" sz="4000" b="1" dirty="0">
                <a:ln w="13462">
                  <a:solidFill>
                    <a:schemeClr val="accent6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bl" rotWithShape="0">
                    <a:schemeClr val="accent6">
                      <a:lumMod val="50000"/>
                    </a:schemeClr>
                  </a:outerShdw>
                </a:effectLst>
                <a:latin typeface="Bahnschrift SemiBold SemiConden" panose="020B0502040204020203" pitchFamily="34" charset="0"/>
              </a:rPr>
              <a:t>MAGZINE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973E2C-344C-2F37-2A91-362D474FC7EF}"/>
              </a:ext>
            </a:extLst>
          </p:cNvPr>
          <p:cNvSpPr/>
          <p:nvPr/>
        </p:nvSpPr>
        <p:spPr>
          <a:xfrm>
            <a:off x="1286950" y="9010411"/>
            <a:ext cx="5504349" cy="369333"/>
          </a:xfrm>
          <a:prstGeom prst="rect">
            <a:avLst/>
          </a:prstGeom>
          <a:gradFill flip="none" rotWithShape="1">
            <a:gsLst>
              <a:gs pos="0">
                <a:schemeClr val="accent6">
                  <a:alpha val="80000"/>
                  <a:lumMod val="69000"/>
                  <a:lumOff val="31000"/>
                </a:schemeClr>
              </a:gs>
              <a:gs pos="46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25C9AC-D1EC-F63B-3EF3-10B05E3C4A49}"/>
              </a:ext>
            </a:extLst>
          </p:cNvPr>
          <p:cNvSpPr txBox="1"/>
          <p:nvPr/>
        </p:nvSpPr>
        <p:spPr>
          <a:xfrm>
            <a:off x="1500877" y="9010411"/>
            <a:ext cx="5076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 Rounded MT Bold" panose="020F0704030504030204" pitchFamily="34" charset="0"/>
              </a:rPr>
              <a:t>SPECIAL EDITION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6DFCAB-1E6C-9DFD-6864-99BEDA56FDDC}"/>
              </a:ext>
            </a:extLst>
          </p:cNvPr>
          <p:cNvSpPr/>
          <p:nvPr/>
        </p:nvSpPr>
        <p:spPr>
          <a:xfrm>
            <a:off x="2332244" y="9471660"/>
            <a:ext cx="3413760" cy="327660"/>
          </a:xfrm>
          <a:prstGeom prst="rect">
            <a:avLst/>
          </a:prstGeom>
          <a:gradFill>
            <a:gsLst>
              <a:gs pos="0">
                <a:schemeClr val="accent6">
                  <a:alpha val="80000"/>
                  <a:lumMod val="69000"/>
                  <a:lumOff val="31000"/>
                </a:schemeClr>
              </a:gs>
              <a:gs pos="46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i="1" dirty="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Arial Rounded MT Bold" panose="020F0704030504030204" pitchFamily="34" charset="0"/>
              </a:rPr>
              <a:t>•LEARN•LEAD•SUCCEED</a:t>
            </a:r>
          </a:p>
        </p:txBody>
      </p:sp>
    </p:spTree>
    <p:extLst>
      <p:ext uri="{BB962C8B-B14F-4D97-AF65-F5344CB8AC3E}">
        <p14:creationId xmlns:p14="http://schemas.microsoft.com/office/powerpoint/2010/main" val="1376061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38</TotalTime>
  <Words>13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Bahnschrift SemiBold SemiConden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KANAN VARSHNEY</dc:creator>
  <cp:lastModifiedBy>KANAN VARSHNEY</cp:lastModifiedBy>
  <cp:revision>2</cp:revision>
  <dcterms:created xsi:type="dcterms:W3CDTF">2026-08-19T10:59:07Z</dcterms:created>
  <dcterms:modified xsi:type="dcterms:W3CDTF">2026-08-19T11:37:14Z</dcterms:modified>
</cp:coreProperties>
</file>