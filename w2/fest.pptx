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E0EA-4C07-D8AC-FFF3-BBDE4840B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60FDA-F994-09FE-D25C-F31863C52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BE68-5141-EE3B-CB64-E1870D99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DCBD0-5F7D-75E6-BD5E-F7DA4A35F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74786-C356-8B3D-AE76-F524F8DC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0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9A4F-B71E-6729-9AFA-F109BD37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EC71-9FF6-1462-2C10-E76BC596B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77153-9C31-7C23-B9FD-C4385216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CDB3-82A2-93FE-FA72-D5689538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9A8E7-D7FE-AEF9-0C46-0222E5F9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10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A86B-F465-A073-C5B8-9D4E50C0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F8AF6-EB91-4BBA-7EE1-13F43610D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40FD-3B7E-F897-2541-351A5A96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F189C-544C-3EF4-7900-3D227FC0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44BDB-FA19-2871-FC93-24B33CC7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8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6D8B-ADF8-8FE6-EE7C-FC983B3C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0524-FE62-8138-E12B-5A3F60E52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84CAF-D00B-78AA-DF75-21AD53873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AF509-E8C2-B551-A1A6-756AF8EA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A117E-4103-1DDE-02D2-0E7ECE4E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0475F-F36F-0B3F-7580-9C203C05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91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16CD-F1D1-D787-9BE8-27976A85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149E-B4CB-5490-56B9-0A054AB1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430FC-3AA6-2405-6DD4-44701CC42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00BB3-C46A-A5A6-CE2F-BF25017AD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0EDA9-1B71-2E2F-767B-8288EE2BA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3CC71A-6C5D-C13F-FF2E-143A04D5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A7A0B-9F99-137B-B16C-3C4E819B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F9816-41DA-A52B-BD14-1D0CA342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5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79E2-1C85-BE72-8390-39E3FA5D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15437-FFB5-C4B2-A1F1-F47B648D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A6FD6-4C81-A9EB-8337-61B29129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D4916-E31E-ECC5-D0E2-75DD1F10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B4025-4824-B546-3966-FCD69DE2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8029E-BE3C-DF5E-EAEA-CF6799E1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614A-45DF-20E4-A0B7-6E62F459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69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7852-6A86-06CA-8E45-E49C8546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3A08-7ADA-0186-24C3-3A21BF25D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B4CC1-0CE6-155B-2CE4-B09BA97D7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EFB06-BE89-6B13-CA58-0CAFD191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B4BD6-D0F0-B972-CF16-2B15E13F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5C23C-8133-88C6-CA23-40AD237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8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21E9-29DA-D18D-CBE7-C227F3D4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22DED-CCFE-2BEE-3C00-F898250EE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FF969-009D-4534-7884-38BE21E50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BDB38-BF6D-9972-55B4-A10F092C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44919-CB00-3A64-F42A-BE2E972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78146-C023-7D97-4FD8-2A70291E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0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9D69-DBC1-39E0-9D9E-55D51017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F15C5-82EF-DAE3-6B9E-02651E69B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6540-D758-1D32-0E9C-E72CE72A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F8D6A-0D79-FFD8-8967-DCE39C5A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AC4B0-D372-DC7F-8851-9949264F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66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B8797-4738-9B2B-5E51-6E6232050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5B5BA-A9C4-E53F-C2CA-E0A1243C7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EAE8-2D33-8EF2-3A80-33BCC458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9F116-D620-3968-3BA1-9C729EFC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180FD-80DE-089B-C38A-935B1AD5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0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E94E9-CC10-B2F9-AAAE-683AB097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E5108-775A-95FF-5573-C9333EC2D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4FC16-6ACB-4C09-3B1D-FF526756C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A8A7A-E515-4CC4-B8D9-D4608D246DD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6788C-7E73-7201-5A7C-2FF941EAE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C92E0-C3B8-02AD-7A4C-2D82CDC79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B1FC7-083A-4BEA-94B5-CE8997450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70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4AAD760-5CB8-58BD-ED70-41F28DEE835B}"/>
              </a:ext>
            </a:extLst>
          </p:cNvPr>
          <p:cNvSpPr/>
          <p:nvPr/>
        </p:nvSpPr>
        <p:spPr>
          <a:xfrm>
            <a:off x="485555" y="1823963"/>
            <a:ext cx="31791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38861-5FC3-3C74-FDFA-9A0DA48B7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"/>
            <a:ext cx="9144000" cy="96756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INVITES ALL ITS STUDENTS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TO</a:t>
            </a:r>
            <a:b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</a:br>
            <a:endParaRPr lang="en-IN" sz="2400" b="1" dirty="0">
              <a:solidFill>
                <a:schemeClr val="accent5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2347B-C0AA-891C-C4BF-866248F43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555" y="2496149"/>
            <a:ext cx="6819012" cy="348967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📅 1-2 SEPTEMBER 2026</a:t>
            </a: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⏲ 10:00 AM ONWARDS</a:t>
            </a: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📍CS DEPARTMENT,AMU</a:t>
            </a:r>
            <a:endParaRPr lang="en-IN" sz="25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endParaRPr lang="en-IN" sz="4400" b="1" dirty="0"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endParaRPr lang="en-IN" sz="4400" b="1" dirty="0"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⦿ CODE WARS</a:t>
            </a:r>
            <a:endParaRPr lang="en-IN" sz="29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⦿ TECH QUIZ</a:t>
            </a:r>
            <a:endParaRPr lang="en-IN" sz="29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⦿ DEBUGGING</a:t>
            </a:r>
            <a:endParaRPr lang="en-IN" sz="29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⦿ GAMING </a:t>
            </a:r>
            <a:endParaRPr lang="en-IN" sz="29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pPr algn="l"/>
            <a:r>
              <a:rPr lang="en-IN" sz="4400" b="1" dirty="0">
                <a:solidFill>
                  <a:srgbClr val="002060"/>
                </a:solidFill>
                <a:latin typeface="Lucida Sans" panose="020B0602040502020204" pitchFamily="34" charset="0"/>
                <a:cs typeface="Lucida Sans" panose="020B0602040502020204" pitchFamily="34" charset="0"/>
              </a:rPr>
              <a:t>⦿&amp; MANY MORE</a:t>
            </a:r>
            <a:endParaRPr lang="en-IN" sz="2900" b="1" dirty="0">
              <a:solidFill>
                <a:srgbClr val="002060"/>
              </a:solidFill>
              <a:latin typeface="Lucida Sans" panose="020B0602040502020204" pitchFamily="34" charset="0"/>
              <a:cs typeface="Lucida Sans" panose="020B0602040502020204" pitchFamily="34" charset="0"/>
            </a:endParaRP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401C6-505C-B202-2466-768610403EAD}"/>
              </a:ext>
            </a:extLst>
          </p:cNvPr>
          <p:cNvSpPr txBox="1"/>
          <p:nvPr/>
        </p:nvSpPr>
        <p:spPr>
          <a:xfrm>
            <a:off x="551120" y="1846052"/>
            <a:ext cx="391278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1" dirty="0"/>
              <a:t>•CODE• CONNECT•CREATE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04F43-362B-3510-FEEC-87F32C6988F7}"/>
              </a:ext>
            </a:extLst>
          </p:cNvPr>
          <p:cNvSpPr/>
          <p:nvPr/>
        </p:nvSpPr>
        <p:spPr>
          <a:xfrm>
            <a:off x="620233" y="3613667"/>
            <a:ext cx="1034901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1" dirty="0"/>
              <a:t>EVENTS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E9E26D-2744-81F1-3EF7-DB7EE9C636EC}"/>
              </a:ext>
            </a:extLst>
          </p:cNvPr>
          <p:cNvCxnSpPr>
            <a:cxnSpLocks/>
          </p:cNvCxnSpPr>
          <p:nvPr/>
        </p:nvCxnSpPr>
        <p:spPr>
          <a:xfrm>
            <a:off x="1805763" y="3832740"/>
            <a:ext cx="1371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B591A6D-45B4-86AA-EDCF-C8F26AA46158}"/>
              </a:ext>
            </a:extLst>
          </p:cNvPr>
          <p:cNvSpPr txBox="1"/>
          <p:nvPr/>
        </p:nvSpPr>
        <p:spPr>
          <a:xfrm>
            <a:off x="233928" y="6104572"/>
            <a:ext cx="418922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1" i="1" dirty="0">
                <a:solidFill>
                  <a:schemeClr val="bg1"/>
                </a:solidFill>
                <a:latin typeface="Maiandra GD" panose="020E0502030308020204" pitchFamily="34" charset="0"/>
                <a:cs typeface="Lucida Sans" panose="020B0602040502020204" pitchFamily="34" charset="0"/>
              </a:rPr>
              <a:t>THINK.CODE.INNOVATE</a:t>
            </a:r>
          </a:p>
          <a:p>
            <a:r>
              <a:rPr lang="en-IN" sz="1801" i="1" dirty="0">
                <a:solidFill>
                  <a:schemeClr val="bg1"/>
                </a:solidFill>
                <a:latin typeface="Maiandra GD" panose="020E0502030308020204" pitchFamily="34" charset="0"/>
                <a:cs typeface="Lucida Sans" panose="020B0602040502020204" pitchFamily="34" charset="0"/>
              </a:rPr>
              <a:t>      BE THE FUTURE!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F16896-BB49-CF6C-5021-2F74D5F37797}"/>
              </a:ext>
            </a:extLst>
          </p:cNvPr>
          <p:cNvSpPr txBox="1"/>
          <p:nvPr/>
        </p:nvSpPr>
        <p:spPr>
          <a:xfrm>
            <a:off x="738975" y="549753"/>
            <a:ext cx="31791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1">
                    <a:lumMod val="50000"/>
                  </a:schemeClr>
                </a:solidFill>
                <a:latin typeface="Britannic Bold" panose="020B0903060703020204" pitchFamily="34" charset="0"/>
              </a:rPr>
              <a:t>IT</a:t>
            </a:r>
            <a:r>
              <a:rPr lang="en-IN" sz="6000" b="1" dirty="0">
                <a:solidFill>
                  <a:schemeClr val="accent1">
                    <a:lumMod val="50000"/>
                  </a:schemeClr>
                </a:solidFill>
                <a:latin typeface="Britannic Bold" panose="020B0903060703020204" pitchFamily="34" charset="0"/>
              </a:rPr>
              <a:t> </a:t>
            </a:r>
            <a:r>
              <a:rPr lang="en-IN" sz="6600" b="1" dirty="0">
                <a:solidFill>
                  <a:schemeClr val="accent1">
                    <a:lumMod val="50000"/>
                  </a:schemeClr>
                </a:solidFill>
                <a:latin typeface="Britannic Bold" panose="020B0903060703020204" pitchFamily="34" charset="0"/>
              </a:rPr>
              <a:t>FEST</a:t>
            </a:r>
            <a:r>
              <a:rPr lang="en-IN" sz="6000" b="1" dirty="0">
                <a:solidFill>
                  <a:schemeClr val="accent1">
                    <a:lumMod val="50000"/>
                  </a:schemeClr>
                </a:solidFill>
                <a:latin typeface="Britannic Bold" panose="020B0903060703020204" pitchFamily="34" charset="0"/>
              </a:rPr>
              <a:t> </a:t>
            </a:r>
            <a:endParaRPr lang="en-IN" sz="6000" b="1" dirty="0">
              <a:latin typeface="Britannic Bold" panose="020B0903060703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72DE93-C669-69A5-E560-3E84C67EE0A6}"/>
              </a:ext>
            </a:extLst>
          </p:cNvPr>
          <p:cNvSpPr txBox="1"/>
          <p:nvPr/>
        </p:nvSpPr>
        <p:spPr>
          <a:xfrm>
            <a:off x="3338623" y="1103751"/>
            <a:ext cx="147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i="1" dirty="0">
                <a:solidFill>
                  <a:srgbClr val="0070C0"/>
                </a:solidFill>
                <a:latin typeface="Britannic Bold" panose="020B0903060703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10268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</TotalTime>
  <Words>57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Agency FB</vt:lpstr>
      <vt:lpstr>Arial</vt:lpstr>
      <vt:lpstr>Britannic Bold</vt:lpstr>
      <vt:lpstr>Calibri</vt:lpstr>
      <vt:lpstr>Calibri Light</vt:lpstr>
      <vt:lpstr>Century</vt:lpstr>
      <vt:lpstr>Lucida Sans</vt:lpstr>
      <vt:lpstr>Maiandra GD</vt:lpstr>
      <vt:lpstr>Office Theme</vt:lpstr>
      <vt:lpstr>DEPARTMENT OF COMPUTER SCIENCE INVITES ALL ITS STUDENTS 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KANAN VARSHNEY</dc:creator>
  <cp:lastModifiedBy>KANAN VARSHNEY</cp:lastModifiedBy>
  <cp:revision>2</cp:revision>
  <dcterms:created xsi:type="dcterms:W3CDTF">2026-08-18T09:44:47Z</dcterms:created>
  <dcterms:modified xsi:type="dcterms:W3CDTF">2026-08-18T11:02:27Z</dcterms:modified>
</cp:coreProperties>
</file>