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7772400" cy="1005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46" d="100"/>
          <a:sy n="46" d="100"/>
        </p:scale>
        <p:origin x="229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1646133"/>
            <a:ext cx="6606540" cy="3501813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1550" y="5282989"/>
            <a:ext cx="5829300" cy="2428451"/>
          </a:xfrm>
        </p:spPr>
        <p:txBody>
          <a:bodyPr/>
          <a:lstStyle>
            <a:lvl1pPr marL="0" indent="0" algn="ctr">
              <a:buNone/>
              <a:defRPr sz="2040"/>
            </a:lvl1pPr>
            <a:lvl2pPr marL="388620" indent="0" algn="ctr">
              <a:buNone/>
              <a:defRPr sz="1700"/>
            </a:lvl2pPr>
            <a:lvl3pPr marL="777240" indent="0" algn="ctr">
              <a:buNone/>
              <a:defRPr sz="1530"/>
            </a:lvl3pPr>
            <a:lvl4pPr marL="1165860" indent="0" algn="ctr">
              <a:buNone/>
              <a:defRPr sz="1360"/>
            </a:lvl4pPr>
            <a:lvl5pPr marL="1554480" indent="0" algn="ctr">
              <a:buNone/>
              <a:defRPr sz="1360"/>
            </a:lvl5pPr>
            <a:lvl6pPr marL="1943100" indent="0" algn="ctr">
              <a:buNone/>
              <a:defRPr sz="1360"/>
            </a:lvl6pPr>
            <a:lvl7pPr marL="2331720" indent="0" algn="ctr">
              <a:buNone/>
              <a:defRPr sz="1360"/>
            </a:lvl7pPr>
            <a:lvl8pPr marL="2720340" indent="0" algn="ctr">
              <a:buNone/>
              <a:defRPr sz="1360"/>
            </a:lvl8pPr>
            <a:lvl9pPr marL="3108960" indent="0" algn="ctr">
              <a:buNone/>
              <a:defRPr sz="1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E2BA2-CED9-42E1-8A45-CB6D957C4EB8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5B4E0-6A7F-489E-98F4-C21C22443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8581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E2BA2-CED9-42E1-8A45-CB6D957C4EB8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5B4E0-6A7F-489E-98F4-C21C22443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7637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05" y="2507618"/>
            <a:ext cx="6703695" cy="4184014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05" y="6731215"/>
            <a:ext cx="6703695" cy="2200274"/>
          </a:xfrm>
        </p:spPr>
        <p:txBody>
          <a:bodyPr/>
          <a:lstStyle>
            <a:lvl1pPr marL="0" indent="0">
              <a:buNone/>
              <a:defRPr sz="2040">
                <a:solidFill>
                  <a:schemeClr val="tx1"/>
                </a:solidFill>
              </a:defRPr>
            </a:lvl1pPr>
            <a:lvl2pPr marL="388620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77240" indent="0">
              <a:buNone/>
              <a:defRPr sz="1530">
                <a:solidFill>
                  <a:schemeClr val="tx1">
                    <a:tint val="75000"/>
                  </a:schemeClr>
                </a:solidFill>
              </a:defRPr>
            </a:lvl3pPr>
            <a:lvl4pPr marL="11658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4pPr>
            <a:lvl5pPr marL="155448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5pPr>
            <a:lvl6pPr marL="194310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6pPr>
            <a:lvl7pPr marL="233172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7pPr>
            <a:lvl8pPr marL="272034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8pPr>
            <a:lvl9pPr marL="3108960" indent="0">
              <a:buNone/>
              <a:defRPr sz="1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E2BA2-CED9-42E1-8A45-CB6D957C4EB8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5B4E0-6A7F-489E-98F4-C21C22443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016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4353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34778" y="2677584"/>
            <a:ext cx="3303270" cy="63819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E2BA2-CED9-42E1-8A45-CB6D957C4EB8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5B4E0-6A7F-489E-98F4-C21C22443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5846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535519"/>
            <a:ext cx="6703695" cy="19441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5366" y="2465706"/>
            <a:ext cx="3288089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5366" y="3674110"/>
            <a:ext cx="3288089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4778" y="2465706"/>
            <a:ext cx="3304282" cy="1208404"/>
          </a:xfrm>
        </p:spPr>
        <p:txBody>
          <a:bodyPr anchor="b"/>
          <a:lstStyle>
            <a:lvl1pPr marL="0" indent="0">
              <a:buNone/>
              <a:defRPr sz="2040" b="1"/>
            </a:lvl1pPr>
            <a:lvl2pPr marL="388620" indent="0">
              <a:buNone/>
              <a:defRPr sz="1700" b="1"/>
            </a:lvl2pPr>
            <a:lvl3pPr marL="777240" indent="0">
              <a:buNone/>
              <a:defRPr sz="1530" b="1"/>
            </a:lvl3pPr>
            <a:lvl4pPr marL="1165860" indent="0">
              <a:buNone/>
              <a:defRPr sz="1360" b="1"/>
            </a:lvl4pPr>
            <a:lvl5pPr marL="1554480" indent="0">
              <a:buNone/>
              <a:defRPr sz="1360" b="1"/>
            </a:lvl5pPr>
            <a:lvl6pPr marL="1943100" indent="0">
              <a:buNone/>
              <a:defRPr sz="1360" b="1"/>
            </a:lvl6pPr>
            <a:lvl7pPr marL="2331720" indent="0">
              <a:buNone/>
              <a:defRPr sz="1360" b="1"/>
            </a:lvl7pPr>
            <a:lvl8pPr marL="2720340" indent="0">
              <a:buNone/>
              <a:defRPr sz="1360" b="1"/>
            </a:lvl8pPr>
            <a:lvl9pPr marL="3108960" indent="0">
              <a:buNone/>
              <a:defRPr sz="1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34778" y="3674110"/>
            <a:ext cx="3304282" cy="5404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E2BA2-CED9-42E1-8A45-CB6D957C4EB8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5B4E0-6A7F-489E-98F4-C21C22443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0304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E2BA2-CED9-42E1-8A45-CB6D957C4EB8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5B4E0-6A7F-489E-98F4-C21C22443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3804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E2BA2-CED9-42E1-8A45-CB6D957C4EB8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5B4E0-6A7F-489E-98F4-C21C22443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4623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4282" y="1448226"/>
            <a:ext cx="3934778" cy="7147983"/>
          </a:xfrm>
        </p:spPr>
        <p:txBody>
          <a:bodyPr/>
          <a:lstStyle>
            <a:lvl1pPr>
              <a:defRPr sz="2720"/>
            </a:lvl1pPr>
            <a:lvl2pPr>
              <a:defRPr sz="2380"/>
            </a:lvl2pPr>
            <a:lvl3pPr>
              <a:defRPr sz="204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E2BA2-CED9-42E1-8A45-CB6D957C4EB8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5B4E0-6A7F-489E-98F4-C21C22443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0685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65" y="670560"/>
            <a:ext cx="2506801" cy="2346960"/>
          </a:xfrm>
        </p:spPr>
        <p:txBody>
          <a:bodyPr anchor="b"/>
          <a:lstStyle>
            <a:lvl1pPr>
              <a:defRPr sz="27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04282" y="1448226"/>
            <a:ext cx="3934778" cy="7147983"/>
          </a:xfrm>
        </p:spPr>
        <p:txBody>
          <a:bodyPr anchor="t"/>
          <a:lstStyle>
            <a:lvl1pPr marL="0" indent="0">
              <a:buNone/>
              <a:defRPr sz="2720"/>
            </a:lvl1pPr>
            <a:lvl2pPr marL="388620" indent="0">
              <a:buNone/>
              <a:defRPr sz="2380"/>
            </a:lvl2pPr>
            <a:lvl3pPr marL="777240" indent="0">
              <a:buNone/>
              <a:defRPr sz="2040"/>
            </a:lvl3pPr>
            <a:lvl4pPr marL="1165860" indent="0">
              <a:buNone/>
              <a:defRPr sz="1700"/>
            </a:lvl4pPr>
            <a:lvl5pPr marL="1554480" indent="0">
              <a:buNone/>
              <a:defRPr sz="1700"/>
            </a:lvl5pPr>
            <a:lvl6pPr marL="1943100" indent="0">
              <a:buNone/>
              <a:defRPr sz="1700"/>
            </a:lvl6pPr>
            <a:lvl7pPr marL="2331720" indent="0">
              <a:buNone/>
              <a:defRPr sz="1700"/>
            </a:lvl7pPr>
            <a:lvl8pPr marL="2720340" indent="0">
              <a:buNone/>
              <a:defRPr sz="1700"/>
            </a:lvl8pPr>
            <a:lvl9pPr marL="3108960" indent="0">
              <a:buNone/>
              <a:defRPr sz="17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5365" y="3017520"/>
            <a:ext cx="2506801" cy="5590329"/>
          </a:xfrm>
        </p:spPr>
        <p:txBody>
          <a:bodyPr/>
          <a:lstStyle>
            <a:lvl1pPr marL="0" indent="0">
              <a:buNone/>
              <a:defRPr sz="1360"/>
            </a:lvl1pPr>
            <a:lvl2pPr marL="388620" indent="0">
              <a:buNone/>
              <a:defRPr sz="1190"/>
            </a:lvl2pPr>
            <a:lvl3pPr marL="777240" indent="0">
              <a:buNone/>
              <a:defRPr sz="1020"/>
            </a:lvl3pPr>
            <a:lvl4pPr marL="1165860" indent="0">
              <a:buNone/>
              <a:defRPr sz="850"/>
            </a:lvl4pPr>
            <a:lvl5pPr marL="1554480" indent="0">
              <a:buNone/>
              <a:defRPr sz="850"/>
            </a:lvl5pPr>
            <a:lvl6pPr marL="1943100" indent="0">
              <a:buNone/>
              <a:defRPr sz="850"/>
            </a:lvl6pPr>
            <a:lvl7pPr marL="2331720" indent="0">
              <a:buNone/>
              <a:defRPr sz="850"/>
            </a:lvl7pPr>
            <a:lvl8pPr marL="2720340" indent="0">
              <a:buNone/>
              <a:defRPr sz="850"/>
            </a:lvl8pPr>
            <a:lvl9pPr marL="3108960" indent="0">
              <a:buNone/>
              <a:defRPr sz="8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E2BA2-CED9-42E1-8A45-CB6D957C4EB8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5B4E0-6A7F-489E-98F4-C21C22443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7959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E2BA2-CED9-42E1-8A45-CB6D957C4EB8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5B4E0-6A7F-489E-98F4-C21C22443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4818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62124" y="535517"/>
            <a:ext cx="1675924" cy="852402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4353" y="535517"/>
            <a:ext cx="4930616" cy="85240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E2BA2-CED9-42E1-8A45-CB6D957C4EB8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35B4E0-6A7F-489E-98F4-C21C22443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1926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381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353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1E2BA2-CED9-42E1-8A45-CB6D957C4EB8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4608" y="9322649"/>
            <a:ext cx="2623185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89258" y="9322649"/>
            <a:ext cx="174879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35B4E0-6A7F-489E-98F4-C21C224430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3409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7240" rtl="0" eaLnBrk="1" latinLnBrk="0" hangingPunct="1">
        <a:lnSpc>
          <a:spcPct val="90000"/>
        </a:lnSpc>
        <a:spcBef>
          <a:spcPct val="0"/>
        </a:spcBef>
        <a:buNone/>
        <a:defRPr sz="37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4310" indent="-19431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Char char="•"/>
        <a:defRPr sz="2380" kern="1200">
          <a:solidFill>
            <a:schemeClr val="tx1"/>
          </a:solidFill>
          <a:latin typeface="+mn-lt"/>
          <a:ea typeface="+mn-ea"/>
          <a:cs typeface="+mn-cs"/>
        </a:defRPr>
      </a:lvl1pPr>
      <a:lvl2pPr marL="5829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2040" kern="1200">
          <a:solidFill>
            <a:schemeClr val="tx1"/>
          </a:solidFill>
          <a:latin typeface="+mn-lt"/>
          <a:ea typeface="+mn-ea"/>
          <a:cs typeface="+mn-cs"/>
        </a:defRPr>
      </a:lvl2pPr>
      <a:lvl3pPr marL="9715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01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74879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8000" b="-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38956-27B8-0265-1407-477AF51E84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0510" y="1"/>
            <a:ext cx="6953250" cy="944880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Agency FB" panose="020B0503020202020204" pitchFamily="34" charset="0"/>
              </a:rPr>
              <a:t>DEPARTMENT OF COMPUTER SCIENCE INVITES ALL ITS STUDENTS TO</a:t>
            </a:r>
            <a:endParaRPr lang="en-IN" sz="28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61FF35-0D33-BCE1-6D4C-4C0EF4B853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83480" y="5661660"/>
            <a:ext cx="2788920" cy="2987040"/>
          </a:xfrm>
        </p:spPr>
        <p:txBody>
          <a:bodyPr>
            <a:normAutofit/>
          </a:bodyPr>
          <a:lstStyle/>
          <a:p>
            <a:pPr algn="l"/>
            <a:r>
              <a:rPr lang="en-IN" sz="2400" b="1" dirty="0">
                <a:solidFill>
                  <a:schemeClr val="bg1"/>
                </a:solidFill>
                <a:latin typeface="Agency FB" panose="020B0503020202020204" pitchFamily="34" charset="0"/>
              </a:rPr>
              <a:t>💻 Code Wars </a:t>
            </a:r>
          </a:p>
          <a:p>
            <a:pPr algn="l"/>
            <a:r>
              <a:rPr lang="en-IN" sz="2400" b="1" dirty="0">
                <a:solidFill>
                  <a:schemeClr val="bg1"/>
                </a:solidFill>
                <a:latin typeface="Agency FB" panose="020B0503020202020204" pitchFamily="34" charset="0"/>
              </a:rPr>
              <a:t>🧠 Tech Quiz </a:t>
            </a:r>
          </a:p>
          <a:p>
            <a:pPr algn="l"/>
            <a:r>
              <a:rPr lang="en-IN" sz="2400" b="1" dirty="0">
                <a:solidFill>
                  <a:schemeClr val="bg1"/>
                </a:solidFill>
                <a:latin typeface="Agency FB" panose="020B0503020202020204" pitchFamily="34" charset="0"/>
              </a:rPr>
              <a:t>🐞 Debugging </a:t>
            </a:r>
          </a:p>
          <a:p>
            <a:pPr algn="l"/>
            <a:r>
              <a:rPr lang="en-IN" sz="2400" b="1" dirty="0">
                <a:solidFill>
                  <a:schemeClr val="bg1"/>
                </a:solidFill>
                <a:latin typeface="Agency FB" panose="020B0503020202020204" pitchFamily="34" charset="0"/>
              </a:rPr>
              <a:t>🎮 Gaming </a:t>
            </a:r>
          </a:p>
          <a:p>
            <a:pPr algn="l"/>
            <a:r>
              <a:rPr lang="en-IN" sz="2400" b="1" dirty="0">
                <a:solidFill>
                  <a:schemeClr val="bg1"/>
                </a:solidFill>
                <a:latin typeface="Agency FB" panose="020B0503020202020204" pitchFamily="34" charset="0"/>
              </a:rPr>
              <a:t>✨ Many More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E74C45-DE38-E91E-191E-CF6441052247}"/>
              </a:ext>
            </a:extLst>
          </p:cNvPr>
          <p:cNvSpPr/>
          <p:nvPr/>
        </p:nvSpPr>
        <p:spPr>
          <a:xfrm>
            <a:off x="2265535" y="1127760"/>
            <a:ext cx="3405161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prstTxWarp prst="textPlain">
              <a:avLst/>
            </a:prstTxWarp>
            <a:spAutoFit/>
            <a:scene3d>
              <a:camera prst="obliqueTopRigh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algn="ctr"/>
            <a:r>
              <a:rPr lang="en-US" sz="5400" dirty="0">
                <a:ln w="0"/>
                <a:solidFill>
                  <a:srgbClr val="00B0F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  <a:latin typeface="Cooper Black" panose="0208090404030B020404" pitchFamily="18" charset="0"/>
              </a:rPr>
              <a:t>IT FEST</a:t>
            </a:r>
          </a:p>
          <a:p>
            <a:pPr algn="ctr"/>
            <a:r>
              <a:rPr lang="en-US" sz="5400" dirty="0">
                <a:ln w="0"/>
                <a:solidFill>
                  <a:srgbClr val="00B0F0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  <a:latin typeface="Cooper Black" panose="0208090404030B020404" pitchFamily="18" charset="0"/>
              </a:rPr>
              <a:t> 2026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54419D-F7C9-1076-5579-B59B4801089D}"/>
              </a:ext>
            </a:extLst>
          </p:cNvPr>
          <p:cNvSpPr/>
          <p:nvPr/>
        </p:nvSpPr>
        <p:spPr>
          <a:xfrm>
            <a:off x="735331" y="3064965"/>
            <a:ext cx="6953250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IN" sz="2000" b="1" dirty="0">
                <a:solidFill>
                  <a:schemeClr val="bg2"/>
                </a:solidFill>
                <a:latin typeface="Lucida Sans" panose="020B0602030504020204" pitchFamily="34" charset="0"/>
                <a:cs typeface="Lucida Sans" panose="020B0602040502020204" pitchFamily="34" charset="0"/>
              </a:rPr>
              <a:t>📅 1-2 SEPTEMBER 2026 •10:00 AM ONWARDS</a:t>
            </a:r>
          </a:p>
          <a:p>
            <a:r>
              <a:rPr lang="en-IN" sz="2000" b="1" dirty="0">
                <a:solidFill>
                  <a:schemeClr val="bg2"/>
                </a:solidFill>
                <a:latin typeface="Lucida Sans" panose="020B0602030504020204" pitchFamily="34" charset="0"/>
                <a:cs typeface="Lucida Sans" panose="020B0602040502020204" pitchFamily="34" charset="0"/>
              </a:rPr>
              <a:t>               📍CS DEPARTMENT,AMU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8C25B3-97E8-7DC3-9C1F-793E2210570D}"/>
              </a:ext>
            </a:extLst>
          </p:cNvPr>
          <p:cNvSpPr txBox="1"/>
          <p:nvPr/>
        </p:nvSpPr>
        <p:spPr>
          <a:xfrm>
            <a:off x="4211956" y="8777683"/>
            <a:ext cx="3291840" cy="101401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6388F1-7861-7233-550C-6C2926DB0182}"/>
              </a:ext>
            </a:extLst>
          </p:cNvPr>
          <p:cNvSpPr txBox="1"/>
          <p:nvPr/>
        </p:nvSpPr>
        <p:spPr>
          <a:xfrm>
            <a:off x="4381500" y="8961397"/>
            <a:ext cx="3992880" cy="6465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1" i="1" dirty="0">
                <a:solidFill>
                  <a:schemeClr val="bg1"/>
                </a:solidFill>
                <a:latin typeface="Maiandra GD" panose="020E0502030308020204" pitchFamily="34" charset="0"/>
                <a:cs typeface="Lucida Sans" panose="020B0602040502020204" pitchFamily="34" charset="0"/>
              </a:rPr>
              <a:t>THINK.CODE.INNOVATE</a:t>
            </a:r>
          </a:p>
          <a:p>
            <a:r>
              <a:rPr lang="en-IN" sz="1801" i="1" dirty="0">
                <a:solidFill>
                  <a:schemeClr val="bg1"/>
                </a:solidFill>
                <a:latin typeface="Maiandra GD" panose="020E0502030308020204" pitchFamily="34" charset="0"/>
                <a:cs typeface="Lucida Sans" panose="020B0602040502020204" pitchFamily="34" charset="0"/>
              </a:rPr>
              <a:t>      BE THE FUTURE!</a:t>
            </a:r>
          </a:p>
        </p:txBody>
      </p:sp>
    </p:spTree>
    <p:extLst>
      <p:ext uri="{BB962C8B-B14F-4D97-AF65-F5344CB8AC3E}">
        <p14:creationId xmlns:p14="http://schemas.microsoft.com/office/powerpoint/2010/main" val="2216622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26</TotalTime>
  <Words>50</Words>
  <Application>Microsoft Office PowerPoint</Application>
  <PresentationFormat>Custom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Agency FB</vt:lpstr>
      <vt:lpstr>Arial</vt:lpstr>
      <vt:lpstr>Calibri</vt:lpstr>
      <vt:lpstr>Calibri Light</vt:lpstr>
      <vt:lpstr>Cooper Black</vt:lpstr>
      <vt:lpstr>Lucida Sans</vt:lpstr>
      <vt:lpstr>Maiandra GD</vt:lpstr>
      <vt:lpstr>Office Theme</vt:lpstr>
      <vt:lpstr>DEPARTMENT OF COMPUTER SCIENCE INVITES ALL ITS STUDENTS 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DEPARTMENT OF COMPUTER SCIENCE INVITES ALL ITS STUDENTS TO</dc:title>
  <dc:creator>KANAN VARSHNEY</dc:creator>
  <cp:lastModifiedBy>CSD</cp:lastModifiedBy>
  <cp:revision>4</cp:revision>
  <dcterms:created xsi:type="dcterms:W3CDTF">2026-08-19T10:27:41Z</dcterms:created>
  <dcterms:modified xsi:type="dcterms:W3CDTF">2026-08-20T09:35:00Z</dcterms:modified>
</cp:coreProperties>
</file>